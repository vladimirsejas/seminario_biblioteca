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PySUS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moderno aos dados públicos de saúde do Brasil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468880" y="3749040"/>
            <a:ext cx="420624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68880" y="374904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por Flávio Codeço Coelho · Fiocruz / FGV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Problema: Dados Presos no Passado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27432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14400"/>
            <a:ext cx="2743200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DBF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256032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anos 80/90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legado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governo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7432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914400"/>
            <a:ext cx="2743200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914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DBC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91840" y="1508760"/>
            <a:ext cx="256032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DBF comprimido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algoritmo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proprietário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"blasius"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0" y="914400"/>
            <a:ext cx="27432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914400"/>
            <a:ext cx="2743200" cy="5486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914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63640" y="1508760"/>
            <a:ext cx="256032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não abre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não lê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puro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acessa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90088" y="22860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8BDF8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961888" y="22860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8BDF8"/>
                </a:solidFill>
              </a:rPr>
              <a:t>→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65760" y="43159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baixar → descompactar → converter → CSV → só então analisar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Solução: PySUS como Ponte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82880" y="960120"/>
            <a:ext cx="2377440" cy="2286000"/>
          </a:xfrm>
          <a:prstGeom prst="rect">
            <a:avLst/>
          </a:prstGeom>
          <a:solidFill>
            <a:srgbClr val="1E293B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601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DATASUS</a:t>
            </a:r>
            <a:endParaRPr lang="en-US" sz="17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.dbc / .dbf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383280" y="960120"/>
            <a:ext cx="2377440" cy="22860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0" y="9601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PySUS</a:t>
            </a:r>
            <a:endParaRPr lang="en-US" sz="17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descompacta</a:t>
            </a:r>
            <a:endParaRPr lang="en-US" sz="17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</a:t>
            </a:r>
            <a:endParaRPr lang="en-US" sz="17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automaticamente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0" y="960120"/>
            <a:ext cx="2377440" cy="2286000"/>
          </a:xfrm>
          <a:prstGeom prst="rect">
            <a:avLst/>
          </a:prstGeom>
          <a:solidFill>
            <a:srgbClr val="1E293B"/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9601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endParaRPr lang="en-US" sz="17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Parquet</a:t>
            </a:r>
            <a:endParaRPr lang="en-US" sz="17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pronto p/ análise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971800" y="18288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8BDF8"/>
                </a:solidFill>
              </a:rPr>
              <a:t>→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172200" y="18288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8BDF8"/>
                </a:solidFill>
              </a:rPr>
              <a:t>→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65760" y="3429000"/>
            <a:ext cx="8412480" cy="1280160"/>
          </a:xfrm>
          <a:prstGeom prst="rect">
            <a:avLst/>
          </a:prstGeom>
          <a:solidFill>
            <a:srgbClr val="1A2744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4290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pública dos anos 90  →  ecossistema moderno de Data Science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blasius descomprimido automaticamente — sem esforço manual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 Prática: Simples Assim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749808"/>
            <a:ext cx="8595360" cy="2560320"/>
          </a:xfrm>
          <a:prstGeom prst="rect">
            <a:avLst/>
          </a:prstGeom>
          <a:solidFill>
            <a:srgbClr val="0D1117"/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pysus.api </a:t>
            </a:r>
            <a:pPr indent="0" marL="0">
              <a:buNone/>
            </a:pPr>
            <a:r>
              <a:rPr lang="en-US" sz="2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sinan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Baixa, descompacta .dbc e converte — tudo automático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86537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2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sinan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(disease=</a:t>
            </a:r>
            <a:pPr indent="0" marL="0">
              <a:buNone/>
            </a:pPr>
            <a:r>
              <a:rPr lang="en-US" sz="2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'deng'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year=</a:t>
            </a:r>
            <a:pPr indent="0" marL="0">
              <a:buNone/>
            </a:pPr>
            <a:r>
              <a:rPr lang="en-US" sz="2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3401568"/>
            <a:ext cx="859536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➜  df.shape  →  (150.423 registros  ×  87 colunas)   já como DataFrame pandas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40050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doenças — só trocar o código: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4343400"/>
            <a:ext cx="20574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43434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'zika'</a:t>
            </a:r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Zika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50592" y="4343400"/>
            <a:ext cx="20574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43434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'chik'</a:t>
            </a:r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Chikungunya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26864" y="4343400"/>
            <a:ext cx="20574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43434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'TUBE'</a:t>
            </a:r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Tuberculose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03136" y="4343400"/>
            <a:ext cx="20574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43434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'LEIV'</a:t>
            </a:r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Leishmaniose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Analisar é Fácil. E quem fez isso possível?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4754880" cy="3200400"/>
          </a:xfrm>
          <a:prstGeom prst="rect">
            <a:avLst/>
          </a:prstGeom>
          <a:solidFill>
            <a:srgbClr val="0D1117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22960"/>
            <a:ext cx="4754880" cy="384048"/>
          </a:xfrm>
          <a:prstGeom prst="rect">
            <a:avLst/>
          </a:prstGeom>
          <a:solidFill>
            <a:srgbClr val="16332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análise por mês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912" y="126187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pPr indent="0" marL="0"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'MES'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pd.to_datetime(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8912" y="160020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</a:t>
            </a:r>
            <a:pPr indent="0" marL="0"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'DT_NOTIFIC'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]).dt.month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" y="199339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 = df.groupby(</a:t>
            </a:r>
            <a:pPr indent="0" marL="0"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'MES'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).size()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" y="246888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Gráfico de barras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8912" y="281635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casos.plot(kind=</a:t>
            </a:r>
            <a:pPr indent="0" marL="0"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'bar'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8912" y="3163824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257800" y="822960"/>
            <a:ext cx="361188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57800" y="822960"/>
            <a:ext cx="3611880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8229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CRIADOR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137160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Flávio Codeço Coelho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303520" y="20116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Fiocruz + FGV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03520" y="24231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InfoDengue /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AlertaDengue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0" y="3200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— GitHub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PySUS = uma linha de código substitui horas de conversão manual de DBC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2026-05-28T11:54:13Z</dcterms:created>
  <dcterms:modified xsi:type="dcterms:W3CDTF">2026-05-28T11:54:13Z</dcterms:modified>
</cp:coreProperties>
</file>